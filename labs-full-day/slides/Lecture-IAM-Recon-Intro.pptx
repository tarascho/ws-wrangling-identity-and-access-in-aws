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Lab 1 Tooling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700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 </a:t>
            </a:r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700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</a:t>
            </a:r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reads every IAM policy in an AWS account, draws a map showing which principals can become which other principals, and flags the dangerous shortcuts.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principal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is anything with an AWS identity — an IAM user, an IAM role, or a federated identity.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plots every principal as a node on a map.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directed graph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is that map. Nodes are principals; an arrow from A to B means </a:t>
            </a:r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“A can turn itself into B”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for example, A can assume B’s role, or A can edit B’s policy to grant itself B’s permissions.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Single Rust binary. Runs on macOS and Linux. No Python, no Docker, no graph database to set up.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7132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Released by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Datadog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. Source + pre-built binaries at </a:t>
            </a:r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rgbClr val="22D3EE"/>
                </a:solidFill>
                <a:uFill>
                  <a:solidFill>
                    <a:srgbClr val="22D3EE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github.com/andrewkrug/iam-recon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0" y="3017520"/>
            <a:ext cx="6675120" cy="5943600"/>
          </a:xfrm>
          <a:prstGeom prst="rect">
            <a:avLst/>
          </a:prstGeom>
          <a:solidFill>
            <a:srgbClr val="1A2540"/>
          </a:solidFill>
          <a:ln w="19050">
            <a:solidFill>
              <a:srgbClr val="22D3E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774168" y="4599432"/>
            <a:ext cx="411480" cy="4114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110460" y="4123944"/>
            <a:ext cx="411480" cy="411480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45484" y="6085332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06656" y="6501384"/>
            <a:ext cx="411480" cy="4114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442948" y="7274052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41680" y="5490972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5336" y="4800600"/>
            <a:ext cx="667512" cy="8915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642848" y="5692140"/>
            <a:ext cx="1001268" cy="1783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5311628" y="4325112"/>
            <a:ext cx="1335024" cy="196138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307824" y="6702552"/>
            <a:ext cx="1335024" cy="-10104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644116" y="7475220"/>
            <a:ext cx="2002536" cy="-11887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247120" y="84582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Placeholder ]   ~/repos/iam-recon/docs/screenshots/01-graph-overview.png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2606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Hero image: force-directed IAM principal graph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Where iam-recon comes from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700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Lineage: tools that shaped this field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700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You'll see references to older tools in blog posts and write-ups. They shaped this field. </a:t>
            </a:r>
            <a:pPr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</a:t>
            </a:r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rolls what each of them did well into one binary.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5394960" cy="6035040"/>
          </a:xfrm>
          <a:prstGeom prst="rect">
            <a:avLst/>
          </a:prstGeom>
          <a:solidFill>
            <a:srgbClr val="1A2540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109728" cy="6035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3154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8B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NCC GROUP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PMapper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234440" y="4434840"/>
            <a:ext cx="438912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4617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IT DID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49834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Original Python privilege-escalation mapper. Abandoned upstream.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6492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iam-recon BORROWED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6858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Ground-up Rust rewrite with full feature parity.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743200"/>
            <a:ext cx="5394960" cy="6035040"/>
          </a:xfrm>
          <a:prstGeom prst="rect">
            <a:avLst/>
          </a:prstGeom>
          <a:solidFill>
            <a:srgbClr val="1A2540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743200"/>
            <a:ext cx="109728" cy="6035040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154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F-SECURE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awspx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949440" y="4434840"/>
            <a:ext cx="438912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617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IT DID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49834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First widely-used interactive graph viz for AWS IAM.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6492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iam-recon BORROWED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6858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Inspired the browser-based graph explorer in iam-recon.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161520" y="2743200"/>
            <a:ext cx="5394960" cy="6035040"/>
          </a:xfrm>
          <a:prstGeom prst="rect">
            <a:avLst/>
          </a:prstGeom>
          <a:solidFill>
            <a:srgbClr val="1A2540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61520" y="2743200"/>
            <a:ext cx="109728" cy="6035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64440" y="3154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DATADOG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6444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pathfinding.cloud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12664440" y="4434840"/>
            <a:ext cx="438912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664440" y="4617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IT DID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664440" y="49834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Open catalog of 66+ known AWS privilege-escalation attack paths.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664440" y="6492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iam-recon BORROWED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664440" y="6858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Bundled into the binary; every finding links to its write-up.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9144000"/>
            <a:ext cx="1700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Today we're using </a:t>
            </a:r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</a:t>
            </a:r>
            <a:pPr algn="ctr"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because it consolidates all three into one tool — but the old tools shaped the field and are worth knowing.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iam-recon CLI cheat-sheet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700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4 commands you'll run all 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2618720" cy="502920"/>
          </a:xfrm>
          <a:prstGeom prst="rect">
            <a:avLst/>
          </a:prstGeom>
          <a:solidFill>
            <a:srgbClr val="0F1B33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Command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0880" y="1828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2618720" cy="1325880"/>
          </a:xfrm>
          <a:prstGeom prst="rect">
            <a:avLst/>
          </a:prstGeom>
          <a:solidFill>
            <a:srgbClr val="1A2540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 graph create --profile &lt;user&gt;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233172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Run this once.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Scans the account via the AWS API, then caches everything locally to ~/.local/share/iam-recon/&lt;account-id&gt;/.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2618720" cy="1325880"/>
          </a:xfrm>
          <a:prstGeom prst="rect">
            <a:avLst/>
          </a:prstGeom>
          <a:solidFill>
            <a:srgbClr val="0F1B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5760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 --account $ACCOUNT_ID pathfinding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65760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Compares every principal’s permissions against the 66+ pathfinding.cloud attack patterns. Lists matches and prints a link to each write-up.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2618720" cy="1325880"/>
          </a:xfrm>
          <a:prstGeom prst="rect">
            <a:avLst/>
          </a:prstGeom>
          <a:solidFill>
            <a:srgbClr val="1A2540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8348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 --account $ACCOUNT_ID argquery --preset privesc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498348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Lists every privilege-escalation chain — every arrow in the graph from a non-admin principal to admin.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6309360"/>
            <a:ext cx="12618720" cy="1325880"/>
          </a:xfrm>
          <a:prstGeom prst="rect">
            <a:avLst/>
          </a:prstGeom>
          <a:solidFill>
            <a:srgbClr val="0F1B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30936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 --account $ACCOUNT_ID visualize --interactive-viz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630936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Renders the graph in your browser. iam-recon prints the URL — the port is dynamic, so copy the line that appears in the terminal.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7909560"/>
            <a:ext cx="1261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After 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create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, every other command runs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offline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against the cache — no further AWS calls.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8321040"/>
            <a:ext cx="1261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argquery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= “argument-based query.” 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--preset privesc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is a pre-built question you don’t have to assemble flag-by-flag.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8732520"/>
            <a:ext cx="1261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Prefer the keyboard? A TUI exists: 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 --tui --account $ACCOUNT_ID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. A few lab scenarios suggest it.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807440" y="1828800"/>
            <a:ext cx="3840480" cy="5349240"/>
          </a:xfrm>
          <a:prstGeom prst="rect">
            <a:avLst/>
          </a:prstGeom>
          <a:solidFill>
            <a:srgbClr val="1A2540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8176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BROWSER GRAPH LEGEND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127480" y="274320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218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72184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admin (full account access)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4127480" y="3794760"/>
            <a:ext cx="457200" cy="457200"/>
          </a:xfrm>
          <a:prstGeom prst="ellipse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7218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Orange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2184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can privilege-escalate to admin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4127480" y="484632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7218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Blue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721840" y="5120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 user, limited permissions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4127480" y="589788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721840" y="5852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Light cyan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721840" y="6172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IAM role, limited permissions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Two complementary detection surfaces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700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iam-recon decides a principal is dangerous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Run both. They overlap — but each catches things the other misses.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8275320" cy="6355080"/>
          </a:xfrm>
          <a:prstGeom prst="rect">
            <a:avLst/>
          </a:prstGeom>
          <a:solidFill>
            <a:srgbClr val="1A2540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128016" cy="6355080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8892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C6D2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1.  EDGE-CHECKERS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“Who can become whom?”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per-service rule that draws an arrow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B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when A has permissions to take over 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4572000"/>
            <a:ext cx="1005840" cy="384048"/>
          </a:xfrm>
          <a:prstGeom prst="rect">
            <a:avLst/>
          </a:prstGeom>
          <a:solidFill>
            <a:srgbClr val="0F1B33"/>
          </a:solidFill>
          <a:ln w="9525">
            <a:solidFill>
              <a:srgbClr val="FC6D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572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4553712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can edit B’s trust policy.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5138928"/>
            <a:ext cx="1005840" cy="384048"/>
          </a:xfrm>
          <a:prstGeom prst="rect">
            <a:avLst/>
          </a:prstGeom>
          <a:solidFill>
            <a:srgbClr val="0F1B33"/>
          </a:solidFill>
          <a:ln w="9525">
            <a:solidFill>
              <a:srgbClr val="FC6D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1389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5120640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can launch an instance and attach B as the instance role.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5705856"/>
            <a:ext cx="1005840" cy="384048"/>
          </a:xfrm>
          <a:prstGeom prst="rect">
            <a:avLst/>
          </a:prstGeom>
          <a:solidFill>
            <a:srgbClr val="0F1B33"/>
          </a:solidFill>
          <a:ln w="9525">
            <a:solidFill>
              <a:srgbClr val="FC6D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7058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5687568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can update a Lambda function that uses B as its execution role.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65379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9 EDGE-CHECKERS SHIP TODAY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6995160"/>
            <a:ext cx="530352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699516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37360" y="6995160"/>
            <a:ext cx="530352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699516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77440" y="6995160"/>
            <a:ext cx="859536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699516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46704" y="6995160"/>
            <a:ext cx="530352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699516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86784" y="6995160"/>
            <a:ext cx="1188720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6995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CodeBuild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97280" y="7488936"/>
            <a:ext cx="1737360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7488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CloudFormation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44368" y="7488936"/>
            <a:ext cx="1408176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44368" y="7488936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AutoScaling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62272" y="7488936"/>
            <a:ext cx="530352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748893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02352" y="7488936"/>
            <a:ext cx="1188720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FC6D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7488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SageMaker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813816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You see these as rows in </a:t>
            </a:r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argquery --preset privesc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and as arrows in the browser graph.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372600" y="2468880"/>
            <a:ext cx="8275320" cy="6355080"/>
          </a:xfrm>
          <a:prstGeom prst="rect">
            <a:avLst/>
          </a:prstGeom>
          <a:solidFill>
            <a:srgbClr val="1A2540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72600" y="2468880"/>
            <a:ext cx="128016" cy="6355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9800" y="278892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2.  PATHFINDING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829800" y="324612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“Does any single principal match a known attack pattern?”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829800" y="3840480"/>
            <a:ext cx="7635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Matches each principal’s permissions against the 66+ patterns in the pathfinding.cloud catalog. Catches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self-escalations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a principal that can elevate itself with a single permission. No second principal involved.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829800" y="5120640"/>
            <a:ext cx="7360920" cy="960120"/>
          </a:xfrm>
          <a:prstGeom prst="rect">
            <a:avLst/>
          </a:prstGeom>
          <a:solidFill>
            <a:srgbClr val="0F1B33"/>
          </a:solidFill>
          <a:ln w="9525">
            <a:solidFill>
              <a:srgbClr val="22D3EE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001268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CLASSIC EXAMPLE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12680" y="5486400"/>
            <a:ext cx="6995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principal with 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iam:CreatePolicyVersion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on its own policy can give itself admin in one API call. There’s no A→B arrow — there is no B. Edge-checkers miss it. Pathfinding catches it.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829800" y="63093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CATEGORIES (match the 5 privesc categories from earlier)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829800" y="6675120"/>
            <a:ext cx="1673352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29800" y="667512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SelfEscalation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612880" y="6675120"/>
            <a:ext cx="1778508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612880" y="6675120"/>
            <a:ext cx="1778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PrincipalAccess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3501116" y="6675120"/>
            <a:ext cx="1357884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01116" y="6675120"/>
            <a:ext cx="1357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NewPassRole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829800" y="7168896"/>
            <a:ext cx="1883664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29800" y="716889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ExistingPassRole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1823192" y="7168896"/>
            <a:ext cx="1883664" cy="365760"/>
          </a:xfrm>
          <a:prstGeom prst="rect">
            <a:avLst/>
          </a:prstGeom>
          <a:solidFill>
            <a:srgbClr val="0F1B33"/>
          </a:solidFill>
          <a:ln w="762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823192" y="716889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CredentialAccess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829800" y="795528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Local policy evaluator mirrors AWS’s order: explicit deny → SCP → resource policy → boundary → session → identity. Offline answers match what AWS would return.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0080" y="9144000"/>
            <a:ext cx="17007840" cy="6400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9144000"/>
            <a:ext cx="1700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BOTTOM LINE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Run </a:t>
            </a:r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pathfinding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AND </a:t>
            </a:r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argquery --preset privesc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. They overlap, but each catches things the other misses.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Every finding links to a public write-up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700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Pathfinding.cloud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TERMINAL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pathfinding.cloud/paths/iam-001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863840" cy="4754880"/>
          </a:xfrm>
          <a:prstGeom prst="rect">
            <a:avLst/>
          </a:prstGeom>
          <a:solidFill>
            <a:srgbClr val="0D111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solidFill>
            <a:srgbClr val="0F1B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59152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35915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359152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2860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 --account $ACCOUNT_ID pathfinding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 --account $ACCOUNT_ID pathfinding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Loaded cache: 14 principals, 38 policies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Matching against catalog (66 patterns)…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arn:aws:iam::123456789012:user/alice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Path: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iam-001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Category: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SelfEscalation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Why: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iam:CreatePolicyVersion on attached policy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More: </a:t>
            </a:r>
            <a:pPr indent="0" marL="0">
              <a:buNone/>
            </a:pPr>
            <a:r>
              <a:rPr lang="en-US" sz="1200" u="sng" dirty="0">
                <a:solidFill>
                  <a:srgbClr val="22D3EE"/>
                </a:solidFill>
                <a:uFill>
                  <a:solidFill>
                    <a:srgbClr val="22D3EE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https://pathfinding.cloud/paths/iam-001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7086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[ Placeholder ] iam-recon pathfinding output (replace with real terminal capture)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0" y="2286000"/>
            <a:ext cx="7589520" cy="4754880"/>
          </a:xfrm>
          <a:prstGeom prst="rect">
            <a:avLst/>
          </a:prstGeom>
          <a:solidFill>
            <a:srgbClr val="F8F8F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2286000"/>
            <a:ext cx="758952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68128" y="2423160"/>
            <a:ext cx="182880" cy="1828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9296" y="24231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70464" y="242316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2395728"/>
            <a:ext cx="6492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239572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pathfinding.cloud/paths/iam-001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78440" y="2926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D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iam-001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78440" y="3337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CreatePolicyVersion → SetAsDefault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378440" y="3977640"/>
            <a:ext cx="69494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7844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7844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SelfEscalation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3784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REQUIRED PERMISSIONS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78440" y="49834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iam:CreatePolicyVersion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iam:SetDefaultPolicyVersion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78440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SUMMARY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78440" y="59436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54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Create a new version of a customer-managed policy attached to the principal, then set it as default — the principal grants itself any permission in a single chain.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70866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[ Placeholder ] pathfinding.cloud/paths/iam-001 page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4526280"/>
            <a:ext cx="13716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7680960"/>
            <a:ext cx="1700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Every pathfinding finding includes a link to </a:t>
            </a:r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pathfinding.cloud/paths/&lt;id&gt;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— the canonical write-up for that attack pattern.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8138160"/>
            <a:ext cx="1700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</a:t>
            </a:r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&lt;id&gt;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(e.g. </a:t>
            </a:r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iam-001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) is the same identifier in the bundled catalog and on the public site. What you see in the terminal, you can read about on the web.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8823960"/>
            <a:ext cx="1700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59E0B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Take-home after the workshop: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point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iam-recon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at your own org’s accounts and see how many catalog entries you light 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Meet iam-recon</dc:title>
  <dc:subject>PptxGenJS Presentation</dc:subject>
  <dc:creator>WWHF IAM Workshop</dc:creator>
  <cp:lastModifiedBy>WWHF IAM Workshop</cp:lastModifiedBy>
  <cp:revision>1</cp:revision>
  <dcterms:created xsi:type="dcterms:W3CDTF">2026-05-14T03:28:43Z</dcterms:created>
  <dcterms:modified xsi:type="dcterms:W3CDTF">2026-05-14T03:28:43Z</dcterms:modified>
</cp:coreProperties>
</file>