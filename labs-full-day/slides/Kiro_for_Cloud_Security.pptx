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dBOHqMxcbfvAO8xe7RgRBUv3D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awslabs/mcp" TargetMode="External"/><Relationship Id="rId4" Type="http://schemas.openxmlformats.org/officeDocument/2006/relationships/hyperlink" Target="https://github.com/awslabs/mcp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hyperlink" Target="https://github.com/awslabs/mcp" TargetMode="External"/><Relationship Id="rId10" Type="http://schemas.openxmlformats.org/officeDocument/2006/relationships/hyperlink" Target="https://kiro.dev/blog/enterprise-governance-mcp-and-models/" TargetMode="External"/><Relationship Id="rId13" Type="http://schemas.openxmlformats.org/officeDocument/2006/relationships/hyperlink" Target="https://awslabs.github.io/mcp/" TargetMode="External"/><Relationship Id="rId12" Type="http://schemas.openxmlformats.org/officeDocument/2006/relationships/hyperlink" Target="https://github.com/awslabs/mcp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kiro.dev/" TargetMode="External"/><Relationship Id="rId4" Type="http://schemas.openxmlformats.org/officeDocument/2006/relationships/hyperlink" Target="https://kiro.dev/" TargetMode="External"/><Relationship Id="rId9" Type="http://schemas.openxmlformats.org/officeDocument/2006/relationships/hyperlink" Target="https://kiro.dev/blog/enterprise-governance-mcp-and-models/" TargetMode="External"/><Relationship Id="rId15" Type="http://schemas.openxmlformats.org/officeDocument/2006/relationships/hyperlink" Target="https://awslabs.github.io/mcp/servers/aws-iac-mcp-server" TargetMode="External"/><Relationship Id="rId14" Type="http://schemas.openxmlformats.org/officeDocument/2006/relationships/hyperlink" Target="https://awslabs.github.io/mcp/" TargetMode="External"/><Relationship Id="rId17" Type="http://schemas.openxmlformats.org/officeDocument/2006/relationships/hyperlink" Target="https://github.com/awslabs/run-model-context-protocol-servers-with-aws-lambda" TargetMode="External"/><Relationship Id="rId16" Type="http://schemas.openxmlformats.org/officeDocument/2006/relationships/hyperlink" Target="https://awslabs.github.io/mcp/servers/aws-iac-mcp-server" TargetMode="External"/><Relationship Id="rId5" Type="http://schemas.openxmlformats.org/officeDocument/2006/relationships/hyperlink" Target="https://kiro.dev/docs/privacy-and-security/" TargetMode="External"/><Relationship Id="rId6" Type="http://schemas.openxmlformats.org/officeDocument/2006/relationships/hyperlink" Target="https://kiro.dev/docs/privacy-and-security/" TargetMode="External"/><Relationship Id="rId18" Type="http://schemas.openxmlformats.org/officeDocument/2006/relationships/hyperlink" Target="https://github.com/awslabs/run-model-context-protocol-servers-with-aws-lambda" TargetMode="External"/><Relationship Id="rId7" Type="http://schemas.openxmlformats.org/officeDocument/2006/relationships/hyperlink" Target="https://kiro.dev/blog/unlock-your-development-productivity-with-kiro-and-mcp/" TargetMode="External"/><Relationship Id="rId8" Type="http://schemas.openxmlformats.org/officeDocument/2006/relationships/hyperlink" Target="https://kiro.dev/blog/unlock-your-development-productivity-with-kiro-and-mcp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1828800"/>
            <a:ext cx="914400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0" y="3383280"/>
            <a:ext cx="9144000" cy="36576"/>
          </a:xfrm>
          <a:prstGeom prst="rect">
            <a:avLst/>
          </a:prstGeom>
          <a:solidFill>
            <a:srgbClr val="7C3AED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Using Kiro for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Cloud Security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371600" y="292608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Spec-Driven AI Development with AWS 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371600" y="38404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Andrew Krug  |  Resilient Security LLC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286000" y="42976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Securing the AWS Cloud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029200" y="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Securing the AWS Cloud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ALL RIGHTS RESERVED BY ANDREW KRUG RESILIENT SECURITY LLC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Lesson Objectives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731520" y="1508760"/>
            <a:ext cx="411480" cy="4114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731520" y="15087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371600" y="1508760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Understand what Kiro is and its spec-driven approach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31520" y="2148840"/>
            <a:ext cx="411480" cy="4114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731520" y="21488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371600" y="2148840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Learn how MCP servers extend Kiro for AWS workflows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731520" y="2788920"/>
            <a:ext cx="411480" cy="4114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731520" y="27889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371600" y="2788920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Explore the AWS MCP server ecosystem and key servers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731520" y="3429000"/>
            <a:ext cx="411480" cy="4114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731520" y="34290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371600" y="3429000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Evaluate pros and cons of using Kiro for cloud security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31520" y="4069080"/>
            <a:ext cx="411480" cy="41148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731520" y="40690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371600" y="4069080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See practical integration patterns for security teams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5029200" y="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Securing the AWS Cloud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ALL RIGHTS RESERVED BY ANDREW KRUG RESILIENT SECURITY LLC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What is Kiro?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48640" y="1463040"/>
            <a:ext cx="3840480" cy="3108960"/>
          </a:xfrm>
          <a:prstGeom prst="rect">
            <a:avLst/>
          </a:prstGeom>
          <a:solidFill>
            <a:srgbClr val="F0FDFA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777240" y="160020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Agentic IDE by AWS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777240" y="2057400"/>
            <a:ext cx="33832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Built on Code OSS (VS Code foundation)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Powered by Amazon Bedrock (Claude Sonnet)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Spec-driven development workflow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Requirements → Design → Tasks → Code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Automation hooks for recurring actions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Native AWS service integrations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754880" y="1463040"/>
            <a:ext cx="3840480" cy="3108960"/>
          </a:xfrm>
          <a:prstGeom prst="rect">
            <a:avLst/>
          </a:prstGeom>
          <a:solidFill>
            <a:srgbClr val="F5F3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4983480" y="160020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Spec-Driven Approach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983480" y="2057400"/>
            <a:ext cx="33832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Transforms prompts into formal specs before code generation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Three-phase process: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1. Requirements  — What the feature needs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2. Design  — Technical architecture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3. Tasks  — Ordered implementation steps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Each task can be reviewed before execution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5029200" y="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Securing the AWS Cloud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ALL RIGHTS RESERVED BY ANDREW KRUG RESILIENT SECURITY LLC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Why Kiro for Cloud Security?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548640" y="1463040"/>
            <a:ext cx="73152" cy="8686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621792" y="1463040"/>
            <a:ext cx="7973568" cy="86868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868680" y="1508760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Native AWS Understanding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868680" y="1828800"/>
            <a:ext cx="7498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Kiro understands Lambda, CDK, CloudFormation, and CodeCatalyst natively — generating code that fits your existing architecture.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548640" y="2514600"/>
            <a:ext cx="73152" cy="868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621792" y="2514600"/>
            <a:ext cx="7973568" cy="86868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868680" y="2560320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Security-First IaC Generation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868680" y="2880360"/>
            <a:ext cx="7498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Infrastructure as Code templates are scanned for compliance. Security specs are enforced before any code ships.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48640" y="3566160"/>
            <a:ext cx="73152" cy="8686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621792" y="3566160"/>
            <a:ext cx="7973568" cy="86868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868680" y="3611880"/>
            <a:ext cx="7498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Enterprise Governance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868680" y="3931920"/>
            <a:ext cx="7498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Admins can allowlist MCP servers, control AI models, and enforce organizational security policies across all developers.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548640" y="44348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kiro.dev/docs/privacy-and-security/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5029200" y="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Securing the AWS Cloud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ALL RIGHTS RESERVED BY ANDREW KRUG RESILIENT SECURITY LLC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400"/>
              <a:buFont typeface="Calibri"/>
              <a:buNone/>
            </a:pPr>
            <a:r>
              <a:rPr b="0" i="0" lang="en-US" sz="3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What is the Model Context Protocol?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548640" y="1417320"/>
            <a:ext cx="8046720" cy="1005840"/>
          </a:xfrm>
          <a:prstGeom prst="rect">
            <a:avLst/>
          </a:prstGeom>
          <a:solidFill>
            <a:srgbClr val="F0F9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822960" y="1417320"/>
            <a:ext cx="7498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MCP is an open-source protocol from Anthropic that gives AI models secure, consistent access to tools and data — wherever they live.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548640" y="2697480"/>
            <a:ext cx="256032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731520" y="27889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For AI Agents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731520" y="3200400"/>
            <a:ext cx="21945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Standardized tool interface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Secure access to APIs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Context-aware actions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3383280" y="2697480"/>
            <a:ext cx="256032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3566160" y="27889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For Developers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3566160" y="3200400"/>
            <a:ext cx="21945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Plug-and-play servers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No custom integrations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Works across IDEs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6217920" y="2697480"/>
            <a:ext cx="2560320" cy="21031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6400800" y="27889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For Enterprises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6400800" y="3200400"/>
            <a:ext cx="21945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Allowlist approved servers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Audit trail via CloudTrail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IAM-based permissions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5029200" y="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Securing the AWS Cloud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ALL RIGHTS RESERVED BY ANDREW KRUG RESILIENT SECURITY LLC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AWS MCP Server Ecosystem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548640" y="1417320"/>
            <a:ext cx="8046720" cy="60350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685800" y="1600200"/>
            <a:ext cx="201168" cy="20116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1051560" y="1435608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AWS Documentation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3474720" y="1435608"/>
            <a:ext cx="4937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Remote managed server with latest docs, API refs, What's New, and Getting Started content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685800" y="2258568"/>
            <a:ext cx="201168" cy="20116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1051560" y="2093976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AWS IaC Server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3474720" y="2093976"/>
            <a:ext cx="4937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CloudFormation validation, compliance checks, CDK best practices, and deployment troubleshooting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548640" y="2734056"/>
            <a:ext cx="8046720" cy="60350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685800" y="2916936"/>
            <a:ext cx="201168" cy="20116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1051560" y="2752344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AWS CDK Server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3474720" y="2752344"/>
            <a:ext cx="4937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Prescriptive CDK guidance, constructs, code samples, and Bedrock Agent schema generation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685800" y="3575304"/>
            <a:ext cx="201168" cy="20116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1051560" y="3410712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AWS Serverless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3474720" y="3410712"/>
            <a:ext cx="4937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Deploy web apps to CloudFormation, Route 53 DNS, CloudFront distributions, and S3 uploads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48640" y="4050792"/>
            <a:ext cx="8046720" cy="60350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685800" y="4233672"/>
            <a:ext cx="201168" cy="201168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1051560" y="4069080"/>
            <a:ext cx="23774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AWS Knowledge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3474720" y="4069080"/>
            <a:ext cx="4937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Fully managed remote server with up-to-date docs, Agent SOPs, and regional API availability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>
            <a:hlinkClick r:id="rId3"/>
          </p:cNvPr>
          <p:cNvSpPr/>
          <p:nvPr/>
        </p:nvSpPr>
        <p:spPr>
          <a:xfrm>
            <a:off x="548640" y="45720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-US" sz="1100" u="sng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github.com/awslabs/mcp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5029200" y="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Securing the AWS Cloud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ALL RIGHTS RESERVED BY ANDREW KRUG RESILIENT SECURITY LLC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More AWS MCP Servers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548640" y="1417320"/>
            <a:ext cx="54864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777240" y="141732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AWS Core MCP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777240" y="167335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Prompt understanding and core AWS interaction capabilities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48640" y="2039112"/>
            <a:ext cx="54864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77240" y="203911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AWS Cost Analysis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777240" y="2295144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Cost optimization insights and spend analysis for your infrastructure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548640" y="2660904"/>
            <a:ext cx="54864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777240" y="266090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AWS Bedrock KB Retrieval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777240" y="2916936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Retrieve knowledge from Amazon Bedrock knowledge bases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548640" y="3282696"/>
            <a:ext cx="54864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777240" y="3282696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AWS Observability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777240" y="3538728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CloudWatch metrics, logs, and observability data access (Kiro Power)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548640" y="3904488"/>
            <a:ext cx="54864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777240" y="3904488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Lambda MCP Runtime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777240" y="41605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Run existing stdio-based MCP servers inside AWS Lambda functions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5120640" y="1417320"/>
            <a:ext cx="3474720" cy="3200400"/>
          </a:xfrm>
          <a:prstGeom prst="rect">
            <a:avLst/>
          </a:prstGeom>
          <a:solidFill>
            <a:srgbClr val="FDF4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5349240" y="15544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Deployment Options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5349240" y="2011680"/>
            <a:ext cx="30175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Remote (AWS-managed)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Hosted by AWS, no setup needed. Auto-updated.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Local (self-hosted)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Run on your machine. Full control over data flow.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Lambda-hosted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Run MCP servers as Lambda functions for serverless scale.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Enterprise Registry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Admin-controlled allowlist of approved MCP servers.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5029200" y="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Securing the AWS Cloud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ALL RIGHTS RESERVED BY ANDREW KRUG RESILIENT SECURITY LLC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400"/>
              <a:buFont typeface="Calibri"/>
              <a:buNone/>
            </a:pPr>
            <a:r>
              <a:rPr b="0" i="0" lang="en-US" sz="3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Kiro + MCP for Security Workflows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457200" y="1554480"/>
            <a:ext cx="18288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457200" y="1554480"/>
            <a:ext cx="1828800" cy="6400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457200" y="169164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Write Spec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594360" y="2148840"/>
            <a:ext cx="1554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Define security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2286000" y="196596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2651760" y="1554480"/>
            <a:ext cx="18288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2651760" y="1554480"/>
            <a:ext cx="182880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2651760" y="169164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Generate IaC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2788920" y="2148840"/>
            <a:ext cx="1554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CDK / CFN with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best practices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4480560" y="196596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4846320" y="1554480"/>
            <a:ext cx="18288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4846320" y="1554480"/>
            <a:ext cx="182880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4846320" y="169164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983480" y="2148840"/>
            <a:ext cx="1554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Compliance scan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via MCP servers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6675120" y="1965960"/>
            <a:ext cx="365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7040880" y="1554480"/>
            <a:ext cx="1828800" cy="1463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7040880" y="1554480"/>
            <a:ext cx="182880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7040880" y="169164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Deploy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7178040" y="2148840"/>
            <a:ext cx="1554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Serverless MCP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to AWS account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F0F9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685800" y="34747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Example: Securing an S3 Bucket Policy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685800" y="3886200"/>
            <a:ext cx="7772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1. Kiro Spec defines: “No public access, encryption at rest, versioning enabled”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2. IaC MCP Server generates compliant CloudFormation with BlockPublicAccess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3. CDK MCP Server validates against AWS best practices and flags issues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4. Serverless MCP deploys to the target account with CloudTrail auditing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5029200" y="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Securing the AWS Cloud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ALL RIGHTS RESERVED BY ANDREW KRUG RESILIENT SECURITY LLC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Enterprise Governance &amp; Security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548640" y="1417320"/>
            <a:ext cx="4937760" cy="713232"/>
          </a:xfrm>
          <a:prstGeom prst="rect">
            <a:avLst/>
          </a:prstGeom>
          <a:solidFill>
            <a:srgbClr val="F0FDFA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777240" y="1463040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MCP Server Registry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777240" y="1764792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Admins allowlist approved MCP servers. Developers can only use sanctioned integrations.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548640" y="2221992"/>
            <a:ext cx="4937760" cy="713232"/>
          </a:xfrm>
          <a:prstGeom prst="rect">
            <a:avLst/>
          </a:prstGeom>
          <a:solidFill>
            <a:srgbClr val="F5F3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777240" y="2267712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Model Governance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777240" y="2569464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Control which AI models are available. Enforce organization-approved models only.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548640" y="3026664"/>
            <a:ext cx="4937760" cy="713232"/>
          </a:xfrm>
          <a:prstGeom prst="rect">
            <a:avLst/>
          </a:prstGeom>
          <a:solidFill>
            <a:srgbClr val="F0FDFA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"/>
          <p:cNvSpPr/>
          <p:nvPr/>
        </p:nvSpPr>
        <p:spPr>
          <a:xfrm>
            <a:off x="777240" y="3072384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Data Protection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777240" y="3374136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TLS 1.2+ encryption. AWS KMS keys. Optional customer-managed keys for enterprise.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548640" y="3831336"/>
            <a:ext cx="4937760" cy="713232"/>
          </a:xfrm>
          <a:prstGeom prst="rect">
            <a:avLst/>
          </a:prstGeom>
          <a:solidFill>
            <a:srgbClr val="F5F3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>
            <a:off x="777240" y="3877056"/>
            <a:ext cx="4480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GovCloud Support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777240" y="4178808"/>
            <a:ext cx="4480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Private endpoints over VPN/Direct Connect. Pursuing FedRAMP High authorization.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5760720" y="1417320"/>
            <a:ext cx="2926080" cy="310896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5989320" y="15544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Key Controls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5989320" y="20116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TLS 1.3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5989320" y="228600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Recommended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5989320" y="260604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KMS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5989320" y="288036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Encryption at rest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5989320" y="32004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IAM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5989320" y="347472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Access control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5989320" y="379476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CloudTrail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5989320" y="4069080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Full audit logging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5029200" y="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Securing the AWS Cloud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ALL RIGHTS RESERVED BY ANDREW KRUG RESILIENT SECURITY LLC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Pros of Using Kiro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640080" y="1444752"/>
            <a:ext cx="228600" cy="2286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640080" y="1426464"/>
            <a:ext cx="228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1051560" y="137160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Spec-Driven Rigor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3200400" y="1371600"/>
            <a:ext cx="5394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Requirements are formalized before code is written. Reduces drift between intent and implementation — critical for security-sensitive infrastructure.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640080" y="2121408"/>
            <a:ext cx="228600" cy="2286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640080" y="2103120"/>
            <a:ext cx="228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1051560" y="2048256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Native AWS Integration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3200400" y="2048256"/>
            <a:ext cx="5394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Understands Lambda, CDK, CloudFormation, and CodeCatalyst natively. Generated code fits your existing architecture without manual adaptation.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640080" y="2798064"/>
            <a:ext cx="228600" cy="2286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640080" y="2779776"/>
            <a:ext cx="228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1051560" y="2724912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MCP Extensibility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3200400" y="2724912"/>
            <a:ext cx="5394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Plug in AWS MCP servers for docs, IaC validation, cost analysis, and observability. Extend capabilities without building custom integrations.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640080" y="3474720"/>
            <a:ext cx="228600" cy="2286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640080" y="3456432"/>
            <a:ext cx="228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1051560" y="3401568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Enterprise Controls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3200400" y="3401568"/>
            <a:ext cx="5394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Admin-managed MCP registries, model governance, GovCloud support, and customer-managed KMS keys for regulated workloads.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640080" y="4151376"/>
            <a:ext cx="228600" cy="22860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640080" y="4133088"/>
            <a:ext cx="228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1051560" y="4078224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Automation Hooks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3200400" y="4078224"/>
            <a:ext cx="5394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Recurring security checks, documentation updates, and compliance scans can be automated through Kiro’s hook system.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1"/>
          <p:cNvSpPr/>
          <p:nvPr/>
        </p:nvSpPr>
        <p:spPr>
          <a:xfrm>
            <a:off x="5029200" y="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Securing the AWS Cloud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1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ALL RIGHTS RESERVED BY ANDREW KRUG RESILIENT SECURITY LLC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Cons &amp; Considerations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640080" y="1444752"/>
            <a:ext cx="228600" cy="2286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640080" y="1426464"/>
            <a:ext cx="228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1051560" y="1371600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Spec Overhead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3200400" y="1371600"/>
            <a:ext cx="5394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For quick prototyping or simple tasks, the spec-driven workflow adds friction. Lighter tools may be faster for exploratory work.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640080" y="2121408"/>
            <a:ext cx="228600" cy="2286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640080" y="2103120"/>
            <a:ext cx="228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1051560" y="2048256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Credit Consumption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3200400" y="2048256"/>
            <a:ext cx="5394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Spec-heavy workflows can consume monthly allotments quickly. Cost predictability is lower compared to some competitors.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640080" y="2798064"/>
            <a:ext cx="228600" cy="2286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"/>
          <p:cNvSpPr/>
          <p:nvPr/>
        </p:nvSpPr>
        <p:spPr>
          <a:xfrm>
            <a:off x="640080" y="2779776"/>
            <a:ext cx="228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1051560" y="2724912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Static Specifications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3200400" y="2724912"/>
            <a:ext cx="5394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Kiro specs are phase-based documents that don’t evolve as agents progress. Living specs would better reflect iterative development.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640080" y="3474720"/>
            <a:ext cx="228600" cy="2286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640080" y="3456432"/>
            <a:ext cx="228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1051560" y="3401568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Agent Reliability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3200400" y="3401568"/>
            <a:ext cx="5394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AI-generated code has triggered unintended cascades in production. Hook automation requires explicit permission scoping and careful review.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640080" y="4151376"/>
            <a:ext cx="228600" cy="2286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640080" y="4133088"/>
            <a:ext cx="228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1051560" y="4078224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AWS Lock-In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3200400" y="4078224"/>
            <a:ext cx="5394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4444"/>
                </a:solidFill>
                <a:latin typeface="Calibri"/>
                <a:ea typeface="Calibri"/>
                <a:cs typeface="Calibri"/>
                <a:sym typeface="Calibri"/>
              </a:rPr>
              <a:t>Deep AWS integration is a strength but also a constraint. Multi-cloud teams may need additional tooling for non-AWS workloads.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"/>
          <p:cNvSpPr/>
          <p:nvPr/>
        </p:nvSpPr>
        <p:spPr>
          <a:xfrm>
            <a:off x="5029200" y="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Securing the AWS Cloud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700"/>
              <a:buFont typeface="Calibri"/>
              <a:buNone/>
            </a:pPr>
            <a:r>
              <a:rPr b="1" i="0" lang="en-US" sz="7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ALL RIGHTS RESERVED BY ANDREW KRUG RESILIENT SECURITY LLC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2"/>
          <p:cNvSpPr/>
          <p:nvPr/>
        </p:nvSpPr>
        <p:spPr>
          <a:xfrm>
            <a:off x="548640" y="64008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Key Links &amp; Resources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2"/>
          <p:cNvSpPr/>
          <p:nvPr/>
        </p:nvSpPr>
        <p:spPr>
          <a:xfrm>
            <a:off x="548640" y="1417320"/>
            <a:ext cx="3840480" cy="3200400"/>
          </a:xfrm>
          <a:prstGeom prst="rect">
            <a:avLst/>
          </a:prstGeom>
          <a:solidFill>
            <a:srgbClr val="F0FDFA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2"/>
          <p:cNvSpPr/>
          <p:nvPr/>
        </p:nvSpPr>
        <p:spPr>
          <a:xfrm>
            <a:off x="777240" y="15544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Kiro IDE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>
            <a:hlinkClick r:id="rId3"/>
          </p:cNvPr>
          <p:cNvSpPr/>
          <p:nvPr/>
        </p:nvSpPr>
        <p:spPr>
          <a:xfrm>
            <a:off x="777240" y="205740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300"/>
              <a:buFont typeface="Calibri"/>
              <a:buNone/>
            </a:pPr>
            <a:r>
              <a:rPr b="1" i="0" lang="en-US" sz="1300" u="sng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Kiro Home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777240" y="2313432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kiro.dev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>
            <a:hlinkClick r:id="rId5"/>
          </p:cNvPr>
          <p:cNvSpPr/>
          <p:nvPr/>
        </p:nvSpPr>
        <p:spPr>
          <a:xfrm>
            <a:off x="777240" y="265176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300"/>
              <a:buFont typeface="Calibri"/>
              <a:buNone/>
            </a:pPr>
            <a:r>
              <a:rPr b="1" i="0" lang="en-US" sz="1300" u="sng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Privacy &amp; Security Docs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777240" y="2907792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kiro.dev/docs/privacy-and-security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>
            <a:hlinkClick r:id="rId7"/>
          </p:cNvPr>
          <p:cNvSpPr/>
          <p:nvPr/>
        </p:nvSpPr>
        <p:spPr>
          <a:xfrm>
            <a:off x="777240" y="324612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300"/>
              <a:buFont typeface="Calibri"/>
              <a:buNone/>
            </a:pPr>
            <a:r>
              <a:rPr b="1" i="0" lang="en-US" sz="1300" u="sng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MCP Integration Guide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777240" y="3502152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kiro.dev/blog/unlock-your-development-productivity-with-kiro-and-mcp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>
            <a:hlinkClick r:id="rId9"/>
          </p:cNvPr>
          <p:cNvSpPr/>
          <p:nvPr/>
        </p:nvSpPr>
        <p:spPr>
          <a:xfrm>
            <a:off x="777240" y="38404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300"/>
              <a:buFont typeface="Calibri"/>
              <a:buNone/>
            </a:pPr>
            <a:r>
              <a:rPr b="1" i="0" lang="en-US" sz="1300" u="sng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Enterprise Governance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777240" y="4096512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kiro.dev/blog/enterprise-governance-mcp-and-models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4754880" y="1417320"/>
            <a:ext cx="3840480" cy="3200400"/>
          </a:xfrm>
          <a:prstGeom prst="rect">
            <a:avLst/>
          </a:prstGeom>
          <a:solidFill>
            <a:srgbClr val="F0F9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2"/>
          <p:cNvSpPr/>
          <p:nvPr/>
        </p:nvSpPr>
        <p:spPr>
          <a:xfrm>
            <a:off x="4983480" y="15544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AWS 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2">
            <a:hlinkClick r:id="rId11"/>
          </p:cNvPr>
          <p:cNvSpPr/>
          <p:nvPr/>
        </p:nvSpPr>
        <p:spPr>
          <a:xfrm>
            <a:off x="4983480" y="205740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libri"/>
              <a:buNone/>
            </a:pPr>
            <a:r>
              <a:rPr b="1" i="0" lang="en-US" sz="1300" u="sng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Official AWS MCP Repo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4983480" y="2313432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github.com/awslabs/mcp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>
            <a:hlinkClick r:id="rId13"/>
          </p:cNvPr>
          <p:cNvSpPr/>
          <p:nvPr/>
        </p:nvSpPr>
        <p:spPr>
          <a:xfrm>
            <a:off x="4983480" y="265176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libri"/>
              <a:buNone/>
            </a:pPr>
            <a:r>
              <a:rPr b="1" i="0" lang="en-US" sz="1300" u="sng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AWS MCP Documentation Portal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4983480" y="2907792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awslabs.github.io/mcp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>
            <a:hlinkClick r:id="rId15"/>
          </p:cNvPr>
          <p:cNvSpPr/>
          <p:nvPr/>
        </p:nvSpPr>
        <p:spPr>
          <a:xfrm>
            <a:off x="4983480" y="324612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libri"/>
              <a:buNone/>
            </a:pPr>
            <a:r>
              <a:rPr b="1" i="0" lang="en-US" sz="1300" u="sng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IaC MCP Server (CDK + CFN)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4983480" y="3502152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awslabs.github.io/mcp/servers/aws-iac-mcp-server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2">
            <a:hlinkClick r:id="rId17"/>
          </p:cNvPr>
          <p:cNvSpPr/>
          <p:nvPr/>
        </p:nvSpPr>
        <p:spPr>
          <a:xfrm>
            <a:off x="4983480" y="38404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300"/>
              <a:buFont typeface="Calibri"/>
              <a:buNone/>
            </a:pPr>
            <a:r>
              <a:rPr b="1" i="0" lang="en-US" sz="1300" u="sng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  <a:hlinkClick r:id="rId1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Lambda MCP Runtime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4983480" y="4096512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github.com/awslabs/run-model-context-protocol-servers-with-aws-lambda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3"/>
          <p:cNvSpPr/>
          <p:nvPr/>
        </p:nvSpPr>
        <p:spPr>
          <a:xfrm>
            <a:off x="0" y="2011680"/>
            <a:ext cx="914400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3"/>
          <p:cNvSpPr/>
          <p:nvPr/>
        </p:nvSpPr>
        <p:spPr>
          <a:xfrm>
            <a:off x="0" y="3200400"/>
            <a:ext cx="9144000" cy="36576"/>
          </a:xfrm>
          <a:prstGeom prst="rect">
            <a:avLst/>
          </a:prstGeom>
          <a:solidFill>
            <a:srgbClr val="7C3AED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Questions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1828800" y="34747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kiro.dev  |  github.com/awslabs/mcp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1828800" y="40233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Andrew Krug  |  Resilient Security LLC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2026-04-02T00:48:39Z</dcterms:created>
  <dc:creator>Andrew Krug</dc:creator>
</cp:coreProperties>
</file>