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800" kern="0" dirty="0">
                <a:solidFill>
                  <a:srgbClr val="FC6D2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AFTERNOON LAB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463040" cy="0"/>
          </a:xfrm>
          <a:prstGeom prst="line">
            <a:avLst/>
          </a:prstGeom>
          <a:noFill/>
          <a:ln w="38100">
            <a:solidFill>
              <a:srgbClr val="FC6D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0"/>
            <a:ext cx="17190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Boundaries &amp; Conditions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48640" y="6126480"/>
            <a:ext cx="1719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Apply </a:t>
            </a:r>
            <a:pPr indent="0" marL="0">
              <a:buNone/>
            </a:pPr>
            <a:r>
              <a:rPr lang="en-US" sz="3200" b="1" dirty="0">
                <a:solidFill>
                  <a:srgbClr val="FC6D2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permissions boundaries</a:t>
            </a:r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and </a:t>
            </a:r>
            <a:pPr indent="0" marL="0">
              <a:buNone/>
            </a:pPr>
            <a:r>
              <a:rPr lang="en-US" sz="3200" b="1" dirty="0">
                <a:solidFill>
                  <a:srgbClr val="FC6D2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condition keys</a:t>
            </a:r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to remediate Scenarios 1 &amp; 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9235440"/>
            <a:ext cx="1719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REMEDIATES  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Scenarios 1 &amp; 2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TECHNIQUES  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permissions boundary + MFA condition key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OUTCOME  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defense in depth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719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The lab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463040" cy="0"/>
          </a:xfrm>
          <a:prstGeom prst="line">
            <a:avLst/>
          </a:prstGeom>
          <a:noFill/>
          <a:ln w="38100">
            <a:solidFill>
              <a:srgbClr val="FC6D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0"/>
            <a:ext cx="1719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You already exploited both of these. Now you fix them — not by editing the over-broad identity policies, but by </a:t>
            </a:r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FC6D2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adding fences</a:t>
            </a:r>
            <a:pPr indent="0" marL="0">
              <a:spcAft>
                <a:spcPts val="8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around them.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4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Two remediations, both opt-in for principals already over-permissioned: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3840480"/>
            <a:ext cx="8321040" cy="47548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3840480"/>
            <a:ext cx="109728" cy="4754880"/>
          </a:xfrm>
          <a:prstGeom prst="rect">
            <a:avLst/>
          </a:prstGeom>
          <a:solidFill>
            <a:srgbClr val="FC6D2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4114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600" kern="0" dirty="0">
                <a:solidFill>
                  <a:srgbClr val="FC6D2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PART 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461772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Cap the developer with a permissions boundary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68680" y="6217920"/>
            <a:ext cx="7772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C6D2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Scenario 1 recap. 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iamws-policy-developer-user holds iam:CreatePolicyVersion on a policy attached to itself — one API call from full admin.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C6D2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The fix. 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Attach a boundary that caps effective permissions and explicitly denies the iam:* verbs used for self-escalation — including DeleteUserPermissionsBoundary, so the control can't be removed.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418320" y="3840480"/>
            <a:ext cx="8321040" cy="47548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Shape 9"/>
          <p:cNvSpPr/>
          <p:nvPr/>
        </p:nvSpPr>
        <p:spPr>
          <a:xfrm>
            <a:off x="9418320" y="3840480"/>
            <a:ext cx="109728" cy="475488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2" name="Text 10"/>
          <p:cNvSpPr/>
          <p:nvPr/>
        </p:nvSpPr>
        <p:spPr>
          <a:xfrm>
            <a:off x="9738360" y="4114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600" kern="0" dirty="0">
                <a:solidFill>
                  <a:srgbClr val="A78BFA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PART 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738360" y="461772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Layer an MFA condition key on the trust policy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9738360" y="6217920"/>
            <a:ext cx="7772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A78BFA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Scenario 2 recap. 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iamws-privileged-admin-role trusted :root. The Scenario 2 defense narrowed Principal to the admin user — but stolen long-term keys still work.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A78BFA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The fix. 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Add an aws:MultiFactorAuthPresent condition to the trust policy. Now the request needs the right identity AND an active MFA session.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800" kern="0" dirty="0">
                <a:solidFill>
                  <a:srgbClr val="FC6D2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PART 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463040" cy="0"/>
          </a:xfrm>
          <a:prstGeom prst="line">
            <a:avLst/>
          </a:prstGeom>
          <a:noFill/>
          <a:ln w="38100">
            <a:solidFill>
              <a:srgbClr val="FC6D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17320"/>
            <a:ext cx="1719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Permissions boundaries: a ceiling, not a fence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1719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Effective permissions = identity policy ∩ boundary. A Deny in the boundary overrides any Allow on the identity — even a *:* policy.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97280" y="3931920"/>
            <a:ext cx="5120640" cy="21945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4160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94A3B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Identity policy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47548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 *:*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71600" y="5486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attacker-modified after the privesc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0" y="4480560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C6D2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∩</a:t>
            </a:r>
            <a:endParaRPr lang="en-US" sz="5000" dirty="0"/>
          </a:p>
        </p:txBody>
      </p:sp>
      <p:sp>
        <p:nvSpPr>
          <p:cNvPr id="11" name="Shape 9"/>
          <p:cNvSpPr/>
          <p:nvPr/>
        </p:nvSpPr>
        <p:spPr>
          <a:xfrm>
            <a:off x="6583680" y="3931920"/>
            <a:ext cx="5120640" cy="2194560"/>
          </a:xfrm>
          <a:prstGeom prst="rect">
            <a:avLst/>
          </a:prstGeom>
          <a:solidFill>
            <a:srgbClr val="0F172A"/>
          </a:solidFill>
          <a:ln w="25400">
            <a:solidFill>
              <a:srgbClr val="FC6D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4160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FC6D2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Boundary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58000" y="47548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 s3:*, ec2:Describe*…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Deny  iam:CreatePolicyVersion…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0" y="5486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DeveloperBoundary — applied to user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704320" y="4480560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C6D2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=</a:t>
            </a:r>
            <a:endParaRPr lang="en-US" sz="5000" dirty="0"/>
          </a:p>
        </p:txBody>
      </p:sp>
      <p:sp>
        <p:nvSpPr>
          <p:cNvPr id="16" name="Shape 14"/>
          <p:cNvSpPr/>
          <p:nvPr/>
        </p:nvSpPr>
        <p:spPr>
          <a:xfrm>
            <a:off x="12070080" y="3931920"/>
            <a:ext cx="5120640" cy="2194560"/>
          </a:xfrm>
          <a:prstGeom prst="rect">
            <a:avLst/>
          </a:prstGeom>
          <a:solidFill>
            <a:srgbClr val="0F172A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0" y="4160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34D39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Effective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0" y="47548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only what the boundary allows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iam:CreatePolicyVersion → explicit deny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0" y="5486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the attacker still has *:* on paper — and can do none of it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6766560"/>
            <a:ext cx="17190720" cy="21945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6766560"/>
            <a:ext cx="109728" cy="2194560"/>
          </a:xfrm>
          <a:prstGeom prst="rect">
            <a:avLst/>
          </a:prstGeom>
          <a:solidFill>
            <a:srgbClr val="FC6D26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6903720"/>
            <a:ext cx="1645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Self-protection: deny the escape hatches in the boundary itself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68680" y="7498080"/>
            <a:ext cx="1645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6D2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iam:DeleteUserPermissionsBoundary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and </a:t>
            </a:r>
            <a:pPr indent="0" marL="0">
              <a:buNone/>
            </a:pPr>
            <a:r>
              <a:rPr lang="en-US" sz="1600" b="1" dirty="0">
                <a:solidFill>
                  <a:srgbClr val="FC6D2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iam:DeleteRolePermissionsBoundary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must be in the Deny list — otherwise the user removes the boundary first and the control is self-cancelling. Same logic for </a:t>
            </a:r>
            <a:pPr indent="0" marL="0">
              <a:buNone/>
            </a:pPr>
            <a:r>
              <a:rPr lang="en-US" sz="1600" b="1" dirty="0">
                <a:solidFill>
                  <a:srgbClr val="FC6D2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iam:Put*Policy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, </a:t>
            </a:r>
            <a:pPr indent="0" marL="0">
              <a:buNone/>
            </a:pPr>
            <a:r>
              <a:rPr lang="en-US" sz="1600" b="1" dirty="0">
                <a:solidFill>
                  <a:srgbClr val="FC6D2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iam:Attach*Policy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, </a:t>
            </a:r>
            <a:pPr indent="0" marL="0">
              <a:buNone/>
            </a:pPr>
            <a:r>
              <a:rPr lang="en-US" sz="1600" b="1" dirty="0">
                <a:solidFill>
                  <a:srgbClr val="FC6D2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iam:CreateAccessKey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, </a:t>
            </a:r>
            <a:pPr indent="0" marL="0">
              <a:buNone/>
            </a:pPr>
            <a:r>
              <a:rPr lang="en-US" sz="1600" b="1" dirty="0">
                <a:solidFill>
                  <a:srgbClr val="FC6D2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iam:UpdateAssumeRolePolicy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— every primitive that grants new permissions.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719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The DeveloperBoundary policy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719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34155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Three statements: a ceiling on developer work, a narrow IAM read window, and a Deny on the verbs that grant new permissions.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5516880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94560"/>
            <a:ext cx="5516880" cy="10972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468880"/>
            <a:ext cx="496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34D39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ALLOW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496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Developer baseline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4968240" cy="4206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987552" y="3630168"/>
            <a:ext cx="4639056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"Sid": "AllowDeveloperActions",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"Effect": "Allow",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"Action": [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"s3:*",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"ec2:Describe*",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"lambda:List*",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"lambda:Get*",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"logs:*",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"cloudwatch:*"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"Resource": "*"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7863840"/>
            <a:ext cx="496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The ceiling for normal work. Nothing here grants permission change — by design.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85560" y="2194560"/>
            <a:ext cx="5516880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85560" y="2194560"/>
            <a:ext cx="5516880" cy="1097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6659880" y="2468880"/>
            <a:ext cx="496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22D3EE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ALLOW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59880" y="2834640"/>
            <a:ext cx="496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Narrow IAM read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659880" y="3520440"/>
            <a:ext cx="4968240" cy="4206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6824472" y="3630168"/>
            <a:ext cx="4639056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"Sid": "AllowLimitedIAMRead",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"Effect": "Allow",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"Action": [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"iam:Get*",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"iam:List*"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"Resource": "*"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59880" y="7863840"/>
            <a:ext cx="496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Read-only IAM — they can describe their own world but not change it.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2222480" y="2194560"/>
            <a:ext cx="5516880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222480" y="2194560"/>
            <a:ext cx="5516880" cy="109728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20" name="Text 18"/>
          <p:cNvSpPr/>
          <p:nvPr/>
        </p:nvSpPr>
        <p:spPr>
          <a:xfrm>
            <a:off x="12496800" y="2468880"/>
            <a:ext cx="496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8717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DENY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496800" y="2834640"/>
            <a:ext cx="496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Block all escalation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2496800" y="3520440"/>
            <a:ext cx="4968240" cy="4206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Text 21"/>
          <p:cNvSpPr/>
          <p:nvPr/>
        </p:nvSpPr>
        <p:spPr>
          <a:xfrm>
            <a:off x="12661392" y="3630168"/>
            <a:ext cx="4639056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"Sid": "DenyPrivilegeEscalation",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"Effect": "Deny",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"Action": [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"iam:CreatePolicyVersion",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"iam:SetDefaultPolicyVersion",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"iam:AttachUserPolicy",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"iam:AttachRolePolicy",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"iam:PutUserPolicy",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"iam:PutRolePolicy",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"iam:CreateUser",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"iam:CreateRole",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"iam:CreateAccessKey",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"iam:UpdateAssumeRolePolicy",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"iam:DeleteUserPermissionsBoundary",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"iam:DeleteRolePermissionsBoundary"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"Resource": "*"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496800" y="7863840"/>
            <a:ext cx="496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Explicit Deny beats every Allow — including the boundary's own removal verbs.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8823960"/>
            <a:ext cx="17190720" cy="64008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iam put-user-permissions-boundary --user-name iamws-policy-developer-user --permissions-boundary arn:aws:iam::${ACCOUNT_ID}:policy/DeveloperBoundary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719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Replay the exploit — confirm it dies in the boundary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463040" cy="0"/>
          </a:xfrm>
          <a:prstGeom prst="line">
            <a:avLst/>
          </a:prstGeom>
          <a:noFill/>
          <a:ln w="38100">
            <a:solidFill>
              <a:srgbClr val="FC6D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9202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C6D2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1 · Re-run the privesc as the attacker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10424160" cy="21945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578608"/>
            <a:ext cx="10094976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POLICY_ARN="arn:aws:iam::${ACCOUNT_ID}:policy/iamws-developer-tools-policy"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iam create-policy-version \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--policy-arn $POLICY_ARN \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--policy-document '{"Version":"2012-10-17","Statement":[{"Effect":"Allow","Action":"*","Resource":"*"}]}' \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--set-as-default \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--profile iamws-policy-developer-user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8463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4A3B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Response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5257800"/>
            <a:ext cx="10424160" cy="23774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5367528"/>
            <a:ext cx="1009497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 error occurred (AccessDenied) when calling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CreatePolicyVersion operation: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arn:aws:iam::767397689800:user/iamws-policy-developer-user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 not authorized to perform: iam:CreatePolicyVersion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resource: policy arn:aws:iam::…:policy/iamws-developer-tools-policy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an explicit deny in a permissions boundary: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arn:aws:iam::…:policy/DeveloperBoundary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78181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C6D2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2 · Crown jewels remain unreachable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8275320"/>
            <a:ext cx="10424160" cy="17373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8385048"/>
            <a:ext cx="1009497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aws s3 cp s3://iamws-crown-jewels-${ACCOUNT_ID}/flag.txt -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--profile iamws-policy-developer-user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fatal error: An error occurred (403) when calling the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HeadObject operation: Forbidden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0" y="192024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22D3EE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3 · Verify with simulate-principal-policy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430000" y="2468880"/>
            <a:ext cx="6309360" cy="21945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11594592" y="2578608"/>
            <a:ext cx="5980176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iam simulate-principal-policy \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--policy-source-arn \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arn:aws:iam::${ACCOUNT_ID}:user/iamws-policy-developer-user \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--action-names iam:CreatePolicyVersion \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--query 'EvaluationResults[0].EvalDecision'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1430000" y="4937760"/>
            <a:ext cx="6309360" cy="1463040"/>
          </a:xfrm>
          <a:prstGeom prst="rect">
            <a:avLst/>
          </a:prstGeom>
          <a:solidFill>
            <a:srgbClr val="0F172A"/>
          </a:solidFill>
          <a:ln w="254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0" y="507492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"explicitDeny"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11430000" y="594360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the simulator confirms the boundary is doing the deny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1430000" y="6675120"/>
            <a:ext cx="6309360" cy="33832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30000" y="6675120"/>
            <a:ext cx="109728" cy="3383280"/>
          </a:xfrm>
          <a:prstGeom prst="rect">
            <a:avLst/>
          </a:prstGeom>
          <a:solidFill>
            <a:srgbClr val="FC6D26"/>
          </a:solidFill>
          <a:ln/>
        </p:spPr>
      </p:sp>
      <p:sp>
        <p:nvSpPr>
          <p:cNvPr id="21" name="Text 19"/>
          <p:cNvSpPr/>
          <p:nvPr/>
        </p:nvSpPr>
        <p:spPr>
          <a:xfrm>
            <a:off x="11750040" y="68122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C6D2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Part A takeaways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750040" y="7269480"/>
            <a:ext cx="5852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Boundaries cap effective permissions at the intersection of identity and boundary.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Deny in a boundary overrides any Allow on the identity — even *:*.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Always deny the verbs that grant new permissions, including the boundary-removal verbs.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simulate-principal-policy is the cheapest, fastest evidence the control works.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800" kern="0" dirty="0">
                <a:solidFill>
                  <a:srgbClr val="FC6D2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PART B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463040" cy="0"/>
          </a:xfrm>
          <a:prstGeom prst="line">
            <a:avLst/>
          </a:prstGeom>
          <a:noFill/>
          <a:ln w="381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17320"/>
            <a:ext cx="1719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Principal scoping was necessary. </a:t>
            </a:r>
            <a:pPr indent="0" marL="0">
              <a:buNone/>
            </a:pPr>
            <a:r>
              <a:rPr lang="en-US" sz="4400" b="1" dirty="0">
                <a:solidFill>
                  <a:srgbClr val="A78BFA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It wasn't sufficient.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1719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The Scenario 2 defense replaced :root in the trust policy with the admin user's ARN. Good — but an attacker who steals the admin's long-term access keys still walks in. Long-term keys carry no MFA context.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4023360"/>
            <a:ext cx="8366760" cy="54864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4251960"/>
            <a:ext cx="7818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94A3B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AFTER SCENARIO 2 DEFENSE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4663440"/>
            <a:ext cx="7818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Principal restriction only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868680" y="5440680"/>
            <a:ext cx="7818120" cy="23774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1033272" y="5550408"/>
            <a:ext cx="748893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"Effect": "Allow",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"Principal":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"AWS": "arn:aws:iam::ACCT:user/&lt;admin&gt;"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"Action": "sts:AssumeRole"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8046720"/>
            <a:ext cx="7818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8717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Defense in depth — ONE layer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Leaked admin access keys → AssumeRole succeeds. No second factor required.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372600" y="4023360"/>
            <a:ext cx="8366760" cy="5486400"/>
          </a:xfrm>
          <a:prstGeom prst="rect">
            <a:avLst/>
          </a:prstGeom>
          <a:solidFill>
            <a:srgbClr val="0F172A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0" y="4251960"/>
            <a:ext cx="7818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A78BFA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WITH MFA CONDITION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92640" y="4663440"/>
            <a:ext cx="7818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Principal restriction + active MFA session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9692640" y="5440680"/>
            <a:ext cx="7818120" cy="23774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9857232" y="5550408"/>
            <a:ext cx="748893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"Effect": "Allow",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"Principal":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"AWS": "arn:aws:iam::ACCT:user/&lt;admin&gt;"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"Action": "sts:AssumeRole",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"Condition":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"Bool":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"aws:MultiFactorAuthPresent": "true"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92640" y="8046720"/>
            <a:ext cx="7818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34D39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Defense in depth — TWO layers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Leaked admin access keys are no longer enough. The session must also carry MFA.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719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Condition keys: the “under what circumstances” of IAM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719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34155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Principal says who, Action / Resource say what, Condition says under what circumstances. Conditions evaluate per-request context AWS sets on each API call.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84124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377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Anatomy of the new Condition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2971800"/>
            <a:ext cx="7955280" cy="1554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941832" y="3081528"/>
            <a:ext cx="762609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"Condition": 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"Bool": 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"aws:MultiFactorAuthPresent": "true"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4663440"/>
            <a:ext cx="7955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operator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— must match the key's type.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StringEquals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against a boolean silently fails to match and the statement falls through to implicit deny.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aws:MultiFactorAuthPresent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global condition key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— AWS sets it to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only when the caller authenticated with MFA in this session. Long-term access keys never carry it.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"true"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value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— quoted on purpose: condition values are always JSON strings, even for Bool / Numeric / Date operators.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326880" y="2194560"/>
            <a:ext cx="84124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55480" y="23774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Other condition keys worth knowing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55480" y="2971800"/>
          <a:ext cx="79552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0292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4A3B8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KEY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4A3B8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WHAT IT GATES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78B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aws:MultiFactorAuthAge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How recently the user MFA'd — use NumericLessThan for fresh-MFA gates.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78B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aws:SourceIp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IpAddress match — pin sensitive roles to your VPN or office CIDR.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78B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aws:PrincipalOrgID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Lock cross-account assumes to principals inside your AWS Organization.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78B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iam:PassedToService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On iam:PassRole — restrict which service a role can be handed to.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78B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aws:RequestedRegion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Block requests outside the regions you actually operate in.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48640" y="6766560"/>
            <a:ext cx="17190720" cy="21945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6766560"/>
            <a:ext cx="109728" cy="219456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690372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A78BFA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Apply it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868680" y="7406640"/>
            <a:ext cx="1645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iam update-assume-role-policy \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--role-name iamws-privileged-admin-role \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--policy-document '{"Version":"2012-10-17","Statement":[{"Effect":"Allow","Principal":{"AWS":"'$ADMIN_ROLE_ARN'"},"Action":"sts:AssumeRole","Condition":{"Bool":{"aws:MultiFactorAuthPresent":"true"}}}]}'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719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Flip the context, watch the decision flip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463040" cy="0"/>
          </a:xfrm>
          <a:prstGeom prst="line">
            <a:avLst/>
          </a:prstGeom>
          <a:noFill/>
          <a:ln w="381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91640"/>
            <a:ext cx="1719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simulate-principal-policy with --context-entries lets you test condition behavior without provisioning a real MFA device.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8321040" cy="3931920"/>
          </a:xfrm>
          <a:prstGeom prst="rect">
            <a:avLst/>
          </a:prstGeom>
          <a:solidFill>
            <a:srgbClr val="0F172A"/>
          </a:solidFill>
          <a:ln w="25400">
            <a:solidFill>
              <a:srgbClr val="F871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697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8717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WITHOUT MFA CONTEXT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315468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iam simulate-principal-policy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--policy-source-arn $ADMIN_ROLE_ARN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--action-names sts:AssumeRole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--resource-arns arn:aws:iam::ACCT:role/iamws-privileged-admin-role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--context-entries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ContextKeyName=aws:MultiFactorAuthPresent,\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ContextKeyValues=false,ContextKeyType=boolean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53949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"implicitDeny"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9418320" y="2468880"/>
            <a:ext cx="8321040" cy="3931920"/>
          </a:xfrm>
          <a:prstGeom prst="rect">
            <a:avLst/>
          </a:prstGeom>
          <a:solidFill>
            <a:srgbClr val="0F172A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46920" y="2697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34D39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WITH MFA CONTEXT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46920" y="315468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iam simulate-principal-policy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--policy-source-arn $ADMIN_ROLE_ARN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--action-names sts:AssumeRole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--resource-arns arn:aws:iam::ACCT:role/iamws-privileged-admin-role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--context-entries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ContextKeyName=aws:MultiFactorAuthPresent,\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ContextKeyValues=true,ContextKeyType=boolean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46920" y="53949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"allowed"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48640" y="6766560"/>
            <a:ext cx="1719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C6D2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What you walked away with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7315200"/>
            <a:ext cx="5486400" cy="2423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7543800"/>
            <a:ext cx="640080" cy="640080"/>
          </a:xfrm>
          <a:prstGeom prst="ellipse">
            <a:avLst/>
          </a:prstGeom>
          <a:solidFill>
            <a:srgbClr val="FC6D2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7543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00200" y="75895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Boundaries cap, Conditions gate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2960" y="836676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Boundaries set the ceiling on a principal regardless of what their identity policy claims. Conditions add per-request context — combine them for both "how much" and "when."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0" y="7315200"/>
            <a:ext cx="5486400" cy="2423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0" name="Shape 18"/>
          <p:cNvSpPr/>
          <p:nvPr/>
        </p:nvSpPr>
        <p:spPr>
          <a:xfrm>
            <a:off x="6675120" y="7543800"/>
            <a:ext cx="640080" cy="64008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7543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52360" y="75895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Match the operator to the key type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675120" y="836676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Bool for booleans, StringEquals for strings, IpAddress for CIDRs, NumericLessThan for ages. A type mismatch silently never matches.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2252960" y="7315200"/>
            <a:ext cx="5486400" cy="2423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5" name="Shape 23"/>
          <p:cNvSpPr/>
          <p:nvPr/>
        </p:nvSpPr>
        <p:spPr>
          <a:xfrm>
            <a:off x="12527280" y="7543800"/>
            <a:ext cx="640080" cy="64008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6" name="Text 24"/>
          <p:cNvSpPr/>
          <p:nvPr/>
        </p:nvSpPr>
        <p:spPr>
          <a:xfrm>
            <a:off x="12527280" y="7543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3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3304520" y="75895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Test with the simulator, not in prod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2527280" y="836676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simulate-principal-policy + --context-entries reproduces the deny / allow decisions of both boundaries and conditions before you touch a real principal.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— Apply Permissions Boundaries &amp; Condition Keys</dc:title>
  <dc:subject>PptxGenJS Presentation</dc:subject>
  <dc:creator>Tara</dc:creator>
  <cp:lastModifiedBy>Tara</cp:lastModifiedBy>
  <cp:revision>1</cp:revision>
  <dcterms:created xsi:type="dcterms:W3CDTF">2026-05-14T03:37:34Z</dcterms:created>
  <dcterms:modified xsi:type="dcterms:W3CDTF">2026-05-14T03:37:34Z</dcterms:modified>
</cp:coreProperties>
</file>